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8DFB-CA01-419D-B5D1-BD1E5E8F2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00323-2723-397A-C9EE-420CF0DBC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1EFEA-A267-342A-8016-9C792816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EA5F5-81B7-7EA8-98B9-A5E8B876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64716-7F06-467D-F488-CCB4D572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4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D97D-D023-7868-6F34-75B75032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EB59-16B8-00D1-F636-42808DC07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D777C-EB98-7D61-0A1E-352327DC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935C-761F-247E-C6CC-8E14DD62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420D4-BEBE-497B-5FAA-7604B33C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89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721D1-1E55-BEC5-F7B8-2A645DC9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4EDEB-5D0B-449C-1369-6CEC25F5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8E096-AB59-321D-C3C1-5F67356E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3B88-C810-FD17-D4C6-074C2C09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57D2-F858-E628-9306-6699AB2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8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ABF6-510D-8DB3-446E-0324B710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44F5-F9AF-8593-45CE-F3BDD4992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F8A88-7F7A-D12B-6A5D-534E82084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28391-C455-65BE-E6C5-360A29E9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936DB-DBCB-B571-F374-A599C50E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1BF7D-2A99-9800-5296-CE86E7A3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6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A85C-6D04-E4DB-00F4-2FC22AF6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28497-DF6C-231A-0F00-F400039C0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E4285-342A-6965-2FFB-667E1B47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5D4D5-F3FB-81D1-F418-A53C43FE4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E467F-13ED-FB43-872A-7680E6381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A51CA-31EE-09AC-6D44-06F6FD34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0EDBE-30F7-77FC-5F58-E22A59AA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A92D7-8FF5-0737-275C-F348BE99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1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BA06-E21D-C633-5E5A-4785534F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3894C-8A17-43E1-10CE-CCE9AB08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A75D2-69C5-2FA7-20AF-909A7EB6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4D152-8B32-D992-9B32-CF3C9F4B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1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82CF8-C7B2-C52B-9B0F-DA72BAA6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053D6-2681-D8C0-649F-2C81576C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62A35-FD6C-1E74-8E28-7BD43F3A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6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002A-48FF-57EA-B0BC-8724F7C4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53C1-62FB-37E6-C2DC-D3B62F17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4384E-39CF-220F-9C5E-87313CC6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2F86B-CCD6-2931-4924-371BBAA0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CF30B-8204-5D8F-27CF-A55EB185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A1E0-486E-ADA7-026F-CD0E4A10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7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DE3-9E8E-F466-9158-45629155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C3F93-4203-D8DD-6382-05F38A187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294D3-AC0E-4A7D-9198-9483B49D4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2BA9B-18A3-1AB3-C817-BAE7C8FE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BA814-4E1D-9D46-6AA5-C98E2C91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9CF9F-C35D-85C9-4E60-6E1DA2DEE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9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424C-7911-5B4C-32DD-1D722172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2164A-5863-F57D-2B6D-2AC350760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0F30-A13D-EEF2-330F-A6BABD51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D881A-62E6-E58E-5796-0E4CCC16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F4288-B09B-255F-5F0F-D76A5ACD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1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A0DE7-B1F8-5603-89BD-0D92ADC5D6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AE03A-79BE-D5BD-038D-3C950584A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8BCA7-0A4A-81E7-3970-C193DF72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95581-CBFC-EB33-4CE0-07785260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7B923-7DA1-B65E-3C15-45482EE1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5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96EB3-C137-3468-1003-38621CA7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42825-FF4F-6B02-9E7B-EB265041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4DA4-D935-6325-EFFF-92E815DDE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CEB31-C755-473F-B0C7-AAC02A4FA5A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2B3C8-9AFA-C032-F38D-6DE672ADB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27F07-BADB-65AA-3002-89A4C8A75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EE99E-F4A7-4470-9F65-DE5091B63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658F46-45AC-4A55-8915-14DE847A0FDF}"/>
              </a:ext>
            </a:extLst>
          </p:cNvPr>
          <p:cNvSpPr/>
          <p:nvPr/>
        </p:nvSpPr>
        <p:spPr>
          <a:xfrm>
            <a:off x="824753" y="555813"/>
            <a:ext cx="5862916" cy="58629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173F4-C945-26AB-0FF7-575254609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10" y="629770"/>
            <a:ext cx="6102723" cy="610272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612BFAB-65E0-3BE8-4036-B52E3FCE0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629770"/>
            <a:ext cx="5943599" cy="594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99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D10C-550A-0589-8AE1-227613A0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D40012-9695-7B74-9C8C-EC1FA205C6A0}"/>
              </a:ext>
            </a:extLst>
          </p:cNvPr>
          <p:cNvSpPr/>
          <p:nvPr/>
        </p:nvSpPr>
        <p:spPr>
          <a:xfrm>
            <a:off x="824753" y="555813"/>
            <a:ext cx="5862916" cy="58629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BDF45D-319F-B42F-F132-99CF126E5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76" y="1952641"/>
            <a:ext cx="5523582" cy="278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1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94AE-B4D4-4A54-D4FF-965785EF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72351F-F7F5-F325-3BA2-371229D032C4}"/>
              </a:ext>
            </a:extLst>
          </p:cNvPr>
          <p:cNvSpPr/>
          <p:nvPr/>
        </p:nvSpPr>
        <p:spPr>
          <a:xfrm>
            <a:off x="824753" y="555813"/>
            <a:ext cx="5862916" cy="58629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3592F-4BEF-B4A6-AED4-6CA7F327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04" y="2596096"/>
            <a:ext cx="5598996" cy="19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7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A12D-C56D-EBB0-6F59-EA77E852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3BEE-6DC6-2E67-5C1D-34C6D7557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3E210-A3BE-D53C-3B58-1A22A2AD6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4" y="365125"/>
            <a:ext cx="5739581" cy="5739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849DB3-B834-E9D9-2754-61BC11B18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10" y="629770"/>
            <a:ext cx="5210591" cy="5210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F25A2-83B8-D14D-914D-117C093A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6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Bernardes</dc:creator>
  <cp:lastModifiedBy>Sergio Bernardes</cp:lastModifiedBy>
  <cp:revision>1</cp:revision>
  <dcterms:created xsi:type="dcterms:W3CDTF">2026-04-11T18:51:42Z</dcterms:created>
  <dcterms:modified xsi:type="dcterms:W3CDTF">2026-04-14T13:07:07Z</dcterms:modified>
</cp:coreProperties>
</file>